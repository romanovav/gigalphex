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0cb9388294eef" /><Relationship Type="http://schemas.openxmlformats.org/officeDocument/2006/relationships/extended-properties" Target="/docProps/app.xml" Id="Re2b5ffdf14744678" /><Relationship Type="http://schemas.openxmlformats.org/officeDocument/2006/relationships/officeDocument" Target="/ppt/presentation.xml" Id="Rd6d67dc71ef1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074363098542cb"/>
  </p:sldMasterIdLst>
  <p:notesMasterIdLst>
    <p:notesMasterId xmlns:r="http://schemas.openxmlformats.org/officeDocument/2006/relationships" r:id="R50189699e9e24bf3"/>
  </p:notesMasterIdLst>
  <p:sldIdLst>
    <p:sldId xmlns:r="http://schemas.openxmlformats.org/officeDocument/2006/relationships" id="256" r:id="R382d2bae263843b9"/>
    <p:sldId xmlns:r="http://schemas.openxmlformats.org/officeDocument/2006/relationships" id="257" r:id="Ra708f137ed5b4956"/>
    <p:sldId xmlns:r="http://schemas.openxmlformats.org/officeDocument/2006/relationships" id="258" r:id="R0d8b358494504bfa"/>
    <p:sldId xmlns:r="http://schemas.openxmlformats.org/officeDocument/2006/relationships" id="259" r:id="Rfe529d0e27064b2e"/>
    <p:sldId xmlns:r="http://schemas.openxmlformats.org/officeDocument/2006/relationships" id="260" r:id="Rc5a453490ffd42fb"/>
    <p:sldId xmlns:r="http://schemas.openxmlformats.org/officeDocument/2006/relationships" id="261" r:id="R1fa6013af0b34532"/>
    <p:sldId xmlns:r="http://schemas.openxmlformats.org/officeDocument/2006/relationships" id="262" r:id="R7ea880d3803e4d7f"/>
    <p:sldId xmlns:r="http://schemas.openxmlformats.org/officeDocument/2006/relationships" id="263" r:id="Rbf4a3709b9564264"/>
    <p:sldId xmlns:r="http://schemas.openxmlformats.org/officeDocument/2006/relationships" id="264" r:id="R47b6f8b208224503"/>
    <p:sldId xmlns:r="http://schemas.openxmlformats.org/officeDocument/2006/relationships" id="265" r:id="R60e2217d89f94c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39aeaae2944c9" /><Relationship Type="http://schemas.openxmlformats.org/officeDocument/2006/relationships/slideMaster" Target="/ppt/slideMasters/slideMaster1.xml" Id="Rff074363098542cb" /><Relationship Type="http://schemas.openxmlformats.org/officeDocument/2006/relationships/notesMaster" Target="/ppt/notesMasters/notesMaster1.xml" Id="R50189699e9e24bf3" /><Relationship Type="http://schemas.openxmlformats.org/officeDocument/2006/relationships/presProps" Target="/ppt/presProps.xml" Id="R8a96dcf6a08d4e70" /><Relationship Type="http://schemas.openxmlformats.org/officeDocument/2006/relationships/tableStyles" Target="/ppt/tableStyles.xml" Id="Rcef9e439fecf48f2" /><Relationship Type="http://schemas.openxmlformats.org/officeDocument/2006/relationships/slide" Target="/ppt/slides/slide1.xml" Id="R382d2bae263843b9" /><Relationship Type="http://schemas.openxmlformats.org/officeDocument/2006/relationships/slide" Target="/ppt/slides/slide2.xml" Id="Ra708f137ed5b4956" /><Relationship Type="http://schemas.openxmlformats.org/officeDocument/2006/relationships/slide" Target="/ppt/slides/slide3.xml" Id="R0d8b358494504bfa" /><Relationship Type="http://schemas.openxmlformats.org/officeDocument/2006/relationships/slide" Target="/ppt/slides/slide4.xml" Id="Rfe529d0e27064b2e" /><Relationship Type="http://schemas.openxmlformats.org/officeDocument/2006/relationships/slide" Target="/ppt/slides/slide5.xml" Id="Rc5a453490ffd42fb" /><Relationship Type="http://schemas.openxmlformats.org/officeDocument/2006/relationships/slide" Target="/ppt/slides/slide6.xml" Id="R1fa6013af0b34532" /><Relationship Type="http://schemas.openxmlformats.org/officeDocument/2006/relationships/slide" Target="/ppt/slides/slide7.xml" Id="R7ea880d3803e4d7f" /><Relationship Type="http://schemas.openxmlformats.org/officeDocument/2006/relationships/slide" Target="/ppt/slides/slide8.xml" Id="Rbf4a3709b9564264" /><Relationship Type="http://schemas.openxmlformats.org/officeDocument/2006/relationships/slide" Target="/ppt/slides/slide9.xml" Id="R47b6f8b208224503" /><Relationship Type="http://schemas.openxmlformats.org/officeDocument/2006/relationships/slide" Target="/ppt/slides/slide10.xml" Id="R60e2217d89f94c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2b3598e0d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72fcd3813042cb" /><Relationship Type="http://schemas.openxmlformats.org/officeDocument/2006/relationships/notesMaster" Target="/ppt/notesMasters/notesMaster1.xml" Id="R9618ec12ad6b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74ca4ceb24242" /><Relationship Type="http://schemas.openxmlformats.org/officeDocument/2006/relationships/notesMaster" Target="/ppt/notesMasters/notesMaster1.xml" Id="Rfa8ccbee3ab9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7b8c5ec0d4efd" /><Relationship Type="http://schemas.openxmlformats.org/officeDocument/2006/relationships/notesMaster" Target="/ppt/notesMasters/notesMaster1.xml" Id="R1de26cbab98842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ecfc23f6940ae" /><Relationship Type="http://schemas.openxmlformats.org/officeDocument/2006/relationships/notesMaster" Target="/ppt/notesMasters/notesMaster1.xml" Id="Ra925bb55b5d8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86627b3f944f8" /><Relationship Type="http://schemas.openxmlformats.org/officeDocument/2006/relationships/notesMaster" Target="/ppt/notesMasters/notesMaster1.xml" Id="R45a6821444074a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8c638b85ad4870" /><Relationship Type="http://schemas.openxmlformats.org/officeDocument/2006/relationships/notesMaster" Target="/ppt/notesMasters/notesMaster1.xml" Id="R7a93df69091940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cbdaed79504ea2" /><Relationship Type="http://schemas.openxmlformats.org/officeDocument/2006/relationships/notesMaster" Target="/ppt/notesMasters/notesMaster1.xml" Id="Rcb9c5ca0df1345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cabaa2f0548a1" /><Relationship Type="http://schemas.openxmlformats.org/officeDocument/2006/relationships/notesMaster" Target="/ppt/notesMasters/notesMaster1.xml" Id="R6a671f02581f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c980806654df2" /><Relationship Type="http://schemas.openxmlformats.org/officeDocument/2006/relationships/notesMaster" Target="/ppt/notesMasters/notesMaster1.xml" Id="Rb187492beabe40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03fb20c39e45f1" /><Relationship Type="http://schemas.openxmlformats.org/officeDocument/2006/relationships/notesMaster" Target="/ppt/notesMasters/notesMaster1.xml" Id="Re3904c3c1330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GigaLphex — это небольшой Python-раннер поверх GigaCode CLI.</a:t>
            </a:r>
          </a:p>
          <a:p xmlns:a="http://schemas.openxmlformats.org/drawingml/2006/main">
            <a:r>
              <a:t>Он не пытается заменить coding agent. Его задача — превратить работу агента в управляемый цикл: план, отдельные задачи, проверки, коммиты, ревью и финальная валидация.</a:t>
            </a:r>
          </a:p>
          <a:p xmlns:a="http://schemas.openxmlformats.org/drawingml/2006/main">
            <a:r>
              <a:t>За десять минут покажу, как устроен этот цикл и что он даёт команде.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Сильный coding agent решает локальную задачу, но командный процесс требует большего.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Нужно понимать: какую часть работы он сейчас делает, когда можно двигаться дальше, где доказательства результата и что произойдёт при сбое.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GigaLphex добавляет именно этот слой координации. Markdown-план становится исполняемым контрактом.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Цикл начинается с markdown-плана. Поддерживаются английские и русские заголовки Task, Iteration, Задача и Итерация.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Перед выполнением раннер защищает git-состояние: создаёт ветку или worktree и по умолчанию не стартует на грязном дереве.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Дальше задачи выполняются последовательно. После них запускаются параллельное ревью, synthesis/fix и finalize.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Важная мысль: каждый переход между фазами имеет явный критерий.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Главный инвариант проекта — один запуск GigaCode выполняет ровно один раздел плана.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Перед запуском сохраняются план, HEAD и список незакоммиченных файлов.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После сессии раннер не верит одному текстовому сигналу: он проверяет, что задача действительно закрыта, появился коммит и не осталось неожиданных изменений.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Если попытка сорвалась, план возвращается к текущей задаче; частичный код можно использовать в повторной попытке.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задач по умолчанию стартуют пять специализированных reviewer-ов: quality, implementation, testing, simplification и documentation.</a:t>
            </a:r>
          </a:p>
          <a:p xmlns:a="http://schemas.openxmlformats.org/drawingml/2006/main">
            <a:r>
              <a:t>Они работают параллельно и только читают репозиторий.</a:t>
            </a:r>
          </a:p>
          <a:p xmlns:a="http://schemas.openxmlformats.org/drawingml/2006/main">
            <a:r>
              <a:t>Их ответы должны пройти строгий finding-формат: severity, category, file, line, evidence, impact и suggested fix.</a:t>
            </a:r>
          </a:p>
          <a:p xmlns:a="http://schemas.openxmlformats.org/drawingml/2006/main">
            <a:r>
              <a:t>Только synthesis на task-модели перепроверяет замечания по коду, исправляет подтверждённое, тестирует и коммитит. После этого finalize делает последний проход.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Автономность здесь не означает потерю контроля.</a:t>
            </a:r>
          </a:p>
          <a:p xmlns:a="http://schemas.openxmlformats.org/drawingml/2006/main">
            <a:r>
              <a:t>Git даёт изоляцию и историю: ветка, worktree, коммиты по задачам и отдельный коммит завершения плана.</a:t>
            </a:r>
          </a:p>
          <a:p xmlns:a="http://schemas.openxmlformats.org/drawingml/2006/main">
            <a:r>
              <a:t>Progress log пишет жизненный цикл каждого вызова без утечки содержимого prompt-а; рядом создаётся JSON со временем и токенами.</a:t>
            </a:r>
          </a:p>
          <a:p xmlns:a="http://schemas.openxmlformats.org/drawingml/2006/main">
            <a:r>
              <a:t>Timeout-ы, retry и классификация rate limit дают предсказуемое восстановление. Если повторы закончились, раннер останавливается для осмотра, а не продолжает вслепую.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Преимущества полезно формулировать не как список фич, а как изменения в работе команды.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Первое — предсказуемость: состояние работы видно по плану, git и логам.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Второе — качество: ревью имеет специализацию, строгий формат и независимую перепроверку.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Третье — меньше операционной рутины вокруг агента: ветки, повторы, завершение плана и статистика делает раннер.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первого пилота лучше выбрать задачу с коротким циклом проверки.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Хороши небольшая фича, конкретный баг или рефакторинг, где можно запустить тесты и увидеть результат.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стоит начинать с многонедельной архитектурной переделки, задачи без локальной валидации или сценария, который требует секретов и ручных approvals.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План можно и нужно редактировать вручную: это рабочий контракт, а не святыня.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Практический сценарий состоит из трёх шагов.</a:t>
            </a:r>
          </a:p>
          <a:p xmlns:a="http://schemas.openxmlformats.org/drawingml/2006/main">
            <a:r>
              <a:t>Сначала формулируем обычный рабочий запрос через --plan. В терминале интерактивный planning skill исследует репозиторий и может задать вопросы; --quick оставляет one-shot режим.</a:t>
            </a:r>
          </a:p>
          <a:p xmlns:a="http://schemas.openxmlformats.org/drawingml/2006/main">
            <a:r>
              <a:t>Затем проверяем, что план содержит две–шесть независимых задач, чекбоксы и команды валидации.</a:t>
            </a:r>
          </a:p>
          <a:p xmlns:a="http://schemas.openxmlformats.org/drawingml/2006/main">
            <a:r>
              <a:t>После запуска следим за тремя артефактами: plan-файл, git-история и progress log. Для безопасной пробы можно добавить --worktree.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идея проекта простая: агенту можно дать больше автономности, если прогресс, качество и восстановление остаются явными.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GigaLphex делает единицей управления не чат-сессию, а проверяемую задачу из плана.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пилота я бы выбрал одну небольшую рабочую задачу с тестами и запустил её в worktree.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aab05984c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5ac3d53cc47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ac93252884e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9cb1b24a54a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0d7facfb94e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0d201087348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1ce2744354d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c6c147a084f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5dd2030a142b1" /><Relationship Type="http://schemas.openxmlformats.org/officeDocument/2006/relationships/image" Target="/ppt/media/image.png" Id="R834d1cbacfb14b7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1dc5c65344f0c" /><Relationship Type="http://schemas.openxmlformats.org/officeDocument/2006/relationships/image" Target="/ppt/media/image2.png" Id="R83ac02b9253548e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34d1cbacfb14b7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3ac02b9253548e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07e24b9bc49ab" /><Relationship Type="http://schemas.openxmlformats.org/officeDocument/2006/relationships/slideLayout" Target="/ppt/slideLayouts/slideLayout1.xml" Id="R4a76e560c7054f82" /><Relationship Type="http://schemas.openxmlformats.org/officeDocument/2006/relationships/slideLayout" Target="/ppt/slideLayouts/slideLayout2.xml" Id="Rc0e1cf71e2434968" /><Relationship Type="http://schemas.openxmlformats.org/officeDocument/2006/relationships/slideLayout" Target="/ppt/slideLayouts/slideLayout3.xml" Id="R19cfac66000f4c8f" /><Relationship Type="http://schemas.openxmlformats.org/officeDocument/2006/relationships/slideLayout" Target="/ppt/slideLayouts/slideLayout4.xml" Id="R83976c80e29b4810" /><Relationship Type="http://schemas.openxmlformats.org/officeDocument/2006/relationships/slideLayout" Target="/ppt/slideLayouts/slideLayout5.xml" Id="R6d457acd88aa4096" /><Relationship Type="http://schemas.openxmlformats.org/officeDocument/2006/relationships/slideLayout" Target="/ppt/slideLayouts/slideLayout6.xml" Id="R58e3016011ab4781" /><Relationship Type="http://schemas.openxmlformats.org/officeDocument/2006/relationships/slideLayout" Target="/ppt/slideLayouts/slideLayout7.xml" Id="Rc4b9cf0e194b44e4" /><Relationship Type="http://schemas.openxmlformats.org/officeDocument/2006/relationships/slideLayout" Target="/ppt/slideLayouts/slideLayout8.xml" Id="Rada56e13614d451b" /><Relationship Type="http://schemas.openxmlformats.org/officeDocument/2006/relationships/slideLayout" Target="/ppt/slideLayouts/slideLayout9.xml" Id="R25fd07f5c4e44778" /><Relationship Type="http://schemas.openxmlformats.org/officeDocument/2006/relationships/slideLayout" Target="/ppt/slideLayouts/slideLayout10.xml" Id="R6f8cd727bf4b44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6e560c7054f82"/>
    <p:sldLayoutId xmlns:r="http://schemas.openxmlformats.org/officeDocument/2006/relationships" id="2147483650" r:id="Rc0e1cf71e2434968"/>
    <p:sldLayoutId xmlns:r="http://schemas.openxmlformats.org/officeDocument/2006/relationships" id="2147483651" r:id="R19cfac66000f4c8f"/>
    <p:sldLayoutId xmlns:r="http://schemas.openxmlformats.org/officeDocument/2006/relationships" id="2147483652" r:id="R83976c80e29b4810"/>
    <p:sldLayoutId xmlns:r="http://schemas.openxmlformats.org/officeDocument/2006/relationships" id="2147483653" r:id="R6d457acd88aa4096"/>
    <p:sldLayoutId xmlns:r="http://schemas.openxmlformats.org/officeDocument/2006/relationships" id="2147483654" r:id="R58e3016011ab4781"/>
    <p:sldLayoutId xmlns:r="http://schemas.openxmlformats.org/officeDocument/2006/relationships" id="2147483655" r:id="Rc4b9cf0e194b44e4"/>
    <p:sldLayoutId xmlns:r="http://schemas.openxmlformats.org/officeDocument/2006/relationships" id="2147483656" r:id="Rada56e13614d451b"/>
    <p:sldLayoutId xmlns:r="http://schemas.openxmlformats.org/officeDocument/2006/relationships" id="2147483657" r:id="R25fd07f5c4e44778"/>
    <p:sldLayoutId xmlns:r="http://schemas.openxmlformats.org/officeDocument/2006/relationships" id="2147483658" r:id="R6f8cd727bf4b4465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bbc6bafa4d40" /><Relationship Type="http://schemas.openxmlformats.org/officeDocument/2006/relationships/notesSlide" Target="/ppt/notesSlides/notesSlide1.xml" Id="Ra688b079a608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1460c2608403a" /><Relationship Type="http://schemas.openxmlformats.org/officeDocument/2006/relationships/notesSlide" Target="/ppt/notesSlides/notesSlide2.xml" Id="R36101c31362646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080ac62f44fc6" /><Relationship Type="http://schemas.openxmlformats.org/officeDocument/2006/relationships/notesSlide" Target="/ppt/notesSlides/notesSlide3.xml" Id="Rd0bc092ca8744d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f44762d02e24740" /><Relationship Type="http://schemas.openxmlformats.org/officeDocument/2006/relationships/notesSlide" Target="/ppt/notesSlides/notesSlide4.xml" Id="Raa4c86b6b7f0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5d4c868294e05" /><Relationship Type="http://schemas.openxmlformats.org/officeDocument/2006/relationships/notesSlide" Target="/ppt/notesSlides/notesSlide5.xml" Id="Rcfc675d9525e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4f5bfafb46f4ef8" /><Relationship Type="http://schemas.openxmlformats.org/officeDocument/2006/relationships/notesSlide" Target="/ppt/notesSlides/notesSlide6.xml" Id="R28471cae673049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c77e80033144835" /><Relationship Type="http://schemas.openxmlformats.org/officeDocument/2006/relationships/notesSlide" Target="/ppt/notesSlides/notesSlide7.xml" Id="R6de6fbf4b52c48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9028740264247" /><Relationship Type="http://schemas.openxmlformats.org/officeDocument/2006/relationships/notesSlide" Target="/ppt/notesSlides/notesSlide8.xml" Id="R828320ec022049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e0154dc132404e" /><Relationship Type="http://schemas.openxmlformats.org/officeDocument/2006/relationships/notesSlide" Target="/ppt/notesSlides/notesSlide9.xml" Id="R6f276461bf1843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7da4ec95840ab" /><Relationship Type="http://schemas.openxmlformats.org/officeDocument/2006/relationships/notesSlide" Target="/ppt/notesSlides/notesSlide10.xml" Id="Rf6af6d817ee742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gigalphex</a:t>
            </a:r>
          </a:p>
          <a:p xmlns:a="http://schemas.openxmlformats.org/drawingml/2006/main">
            <a:r>
              <a:rPr sz="7200"/>
              <a:t>Автономность по плану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План → код → тесты</a:t>
            </a:r>
          </a:p>
          <a:p xmlns:a="http://schemas.openxmlformats.org/drawingml/2006/main">
            <a:r>
              <a:rPr sz="2000"/>
              <a:t>ревью → исправления</a:t>
            </a:r>
          </a:p>
          <a:p xmlns:a="http://schemas.openxmlformats.org/drawingml/2006/main">
            <a:r>
              <a:rPr sz="2000"/>
              <a:t>финальная проверка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ПРОЕКТ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10 МИНУТ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GigaCode умеет писать код.</a:t>
            </a:r>
          </a:p>
          <a:p xmlns:a="http://schemas.openxmlformats.org/drawingml/2006/main">
            <a:r>
              <a:rPr sz="4800"/>
              <a:t>Команде нужен воспроизводимый процесс.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Без оркестрации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Длинная сессия, неявный прогресс, ручное продолжение и контроль.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С GigaLphex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План — контракт; одна задача — одна итерация; результат подтверждается git и проверками.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Как работает GigaLphex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872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Markdown на русском или английском: независимые задачи и чекбоксы.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План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247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Ветка из имени плана или отдельный worktree; dirty tree блокируется.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Изоляция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24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GigaCode получает только первую незавершённую задачу.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Выполнение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264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Код, тесты, чекбоксы и коммит валидируются до следующей задачи.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Проверка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164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Пять read-only агентов проверяют разные аспекты изменения.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Ревью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119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Synthesis исправляет подтверждённое; finalize проверяет итог.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Завершение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Выбрать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Парсер находит первый незавершённый раздел плана.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Один Task / Задача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Снимок плана и HEAD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Отдельный prompt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Выполнить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GigaCode меняет код и тесты, запускает проверки и делает коммит.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Streaming output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Progress log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Completion signal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Доказать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Раннер проверяет чекбоксы, коммит и чистоту рабочей копии.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Иначе retry / stop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План восстанавливается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Следующая не стартует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Одна итерация = одна завершённая задача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Ревью — отдельная управляемая фаза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5×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специалистов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параллельно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review-агенты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только читают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&lt;F&gt;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валидированный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finding-формат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FIX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synthesis проверяет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и исправляет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Замечания машиночитаемы, проверяемы и отделены от автоматических исправлений.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2CFE3A-BCC1-081C-E12A-0C43D45632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gigalphex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553E75-49E9-9C40-983B-A38A5D9DE5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 остаётся у команды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Git-изоляция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Ветка или worktree, dirty guard, коммиты задач и перенос завершённого плана.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Наблюдаемость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Терминал, progress log и JSON: фазы, PID, тайминги, токены, модели и retry.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Восстановление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Session/idle timeout, transient и rate-limit retry; план возвращается к текущей задаче.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1F5639FA-5246-47C8-9F34-567B0AC7AF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Предсказуемость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Понятно, какая задача выполняется, что считается готовностью и почему раннер остановился.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525326C-102B-45AB-AEF8-B9740AB8B4C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7A7FA147-B16A-4CA8-8D83-9DDA594289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Качество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Специализированное ревью, проверка finding-формата и отдельный synthesis/fix-проход.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90722A84-AD9F-46ED-B410-49A53A3D2655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Меньше рутины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Ветки, коммиты, прогресс, повторы, перенос плана и статистика автоматизированы.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D0828E26-88A2-4012-A608-C0AEB6324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Что получает команда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A2FEC636-AF54-4663-8B69-9DC5C656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40E6394F-7479-4BD3-AF60-77F4FFD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3085C759-8172-4E59-A9BB-F849934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90031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Лучше всего начинать с задач,</a:t>
            </a:r>
          </a:p>
          <a:p xmlns:a="http://schemas.openxmlformats.org/drawingml/2006/main">
            <a:r>
              <a:rPr sz="4800"/>
              <a:t>где результат можно быстро проверить.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Хороший первый кейс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Маленькая фича с тестами, конкретный баг, обработка ошибки, документация + поведение, небольшой рефакторинг.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Пока не лучший кейс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Большая архитектурная переделка, нет локальной проверки, нужны секреты или ручные approvals, файлы вне workspace.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Запустить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plan.md → git log, status и progress log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Проверить план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2–6 задач, чекбоксы, тесты и validation.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Как попробовать на рабочей задаче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35" y="5341620"/>
            <a:ext cx="78486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Сформулировать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gigalphex --plan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«добавить health check»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Автономность полезна,</a:t>
            </a:r>
          </a:p>
          <a:p xmlns:a="http://schemas.openxmlformats.org/drawingml/2006/main">
            <a:r>
              <a:rPr sz="4200"/>
              <a:t>когда контроль встроен</a:t>
            </a:r>
          </a:p>
          <a:p xmlns:a="http://schemas.openxmlformats.org/drawingml/2006/main">
            <a:r>
              <a:rPr sz="4200"/>
              <a:t>в сам процесс.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GigaLphex превращает</a:t>
            </a:r>
          </a:p>
          <a:p xmlns:a="http://schemas.openxmlformats.org/drawingml/2006/main">
            <a:r>
              <a:rPr sz="4200"/>
              <a:t>план в проверяемый</a:t>
            </a:r>
          </a:p>
          <a:p xmlns:a="http://schemas.openxmlformats.org/drawingml/2006/main">
            <a:r>
              <a:rPr sz="4200"/>
              <a:t>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2026-06-23T09:28:00.0570000Z</dcterms:created>
  <dcterms:modified xsi:type="dcterms:W3CDTF">2026-06-23T09:28:00.0570000Z</dcterms:modified>
</coreProperties>
</file>